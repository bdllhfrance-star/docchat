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?>
    <Relationships xmlns="http://schemas.openxmlformats.org/package/2006/relationships"><Relationship Id="rId1" Type="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nvPr>
            <p:ph type="title"/>
          </p:nvPr>
        </p:nvSpPr>
        <p:txBody>
          <a:p>
            <a:r>
              <a:t>Quarterly Review</a:t>
            </a:r>
          </a:p>
        </p:txBody>
      </p:sp>
      <p:sp>
        <p:txBody>
          <a:p>
            <a:r>
              <a:t>Revenue increased by 18 percent. Presentation code PPTX-882.</a:t>
            </a:r>
          </a:p>
        </p:txBody>
      </p:sp>
    </p:spTree>
  </p:cSld>
</p:sld>
</file>